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EFF7AD1E-C442-45DC-AE99-ED4D13DC5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Tableau Visualizations PPT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4E0A3753-32DC-4A9C-A534-52167F36DA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  <a:r>
              <a:rPr dirty="0"/>
              <a:t>:</a:t>
            </a:r>
            <a:r>
              <a:rPr lang="en-US" dirty="0"/>
              <a:t> Pritesh Das</a:t>
            </a:r>
            <a:r>
              <a:rPr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01_Global Terrorism Heatmap by Country in Central America &amp;amp; the Caribbean">
            <a:extLst>
              <a:ext uri="{FF2B5EF4-FFF2-40B4-BE49-F238E27FC236}">
                <a16:creationId xmlns:a16="http://schemas.microsoft.com/office/drawing/2014/main" id="{8388B020-9FD6-4170-B801-1274EACF8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73" y="0"/>
            <a:ext cx="11510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02_Top 10 Terrorist Groups Over Time">
            <a:extLst>
              <a:ext uri="{FF2B5EF4-FFF2-40B4-BE49-F238E27FC236}">
                <a16:creationId xmlns:a16="http://schemas.microsoft.com/office/drawing/2014/main" id="{9D857A12-B86D-4750-A30E-C99F7992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1"/>
            <a:ext cx="12192000" cy="684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03_Attack Types and Casualties">
            <a:extLst>
              <a:ext uri="{FF2B5EF4-FFF2-40B4-BE49-F238E27FC236}">
                <a16:creationId xmlns:a16="http://schemas.microsoft.com/office/drawing/2014/main" id="{718A6951-D83F-4053-841E-330396FBF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644"/>
            <a:ext cx="12192000" cy="632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04_Monthly Incidents Trend">
            <a:extLst>
              <a:ext uri="{FF2B5EF4-FFF2-40B4-BE49-F238E27FC236}">
                <a16:creationId xmlns:a16="http://schemas.microsoft.com/office/drawing/2014/main" id="{0C66253D-33C4-4A52-AD12-C9795DE2B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01" y="0"/>
            <a:ext cx="24873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04_Common Attack Types">
            <a:extLst>
              <a:ext uri="{FF2B5EF4-FFF2-40B4-BE49-F238E27FC236}">
                <a16:creationId xmlns:a16="http://schemas.microsoft.com/office/drawing/2014/main" id="{E651C821-5E8B-486C-88D7-79A2927E6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3111"/>
            <a:ext cx="12192000" cy="291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04_Top 5 Countries Affected">
            <a:extLst>
              <a:ext uri="{FF2B5EF4-FFF2-40B4-BE49-F238E27FC236}">
                <a16:creationId xmlns:a16="http://schemas.microsoft.com/office/drawing/2014/main" id="{9D412503-6CEB-4E30-9760-D11FB7602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943100"/>
            <a:ext cx="50292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04_Combined Dashboard">
            <a:extLst>
              <a:ext uri="{FF2B5EF4-FFF2-40B4-BE49-F238E27FC236}">
                <a16:creationId xmlns:a16="http://schemas.microsoft.com/office/drawing/2014/main" id="{5256BD11-EB95-4811-92B2-E1F503D44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265"/>
            <a:ext cx="12192000" cy="638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Tableau Visualizations PPT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Das, Pritesh</cp:lastModifiedBy>
  <cp:revision>1</cp:revision>
  <dcterms:created xsi:type="dcterms:W3CDTF">2026-05-21T06:38:02Z</dcterms:created>
  <dcterms:modified xsi:type="dcterms:W3CDTF">2026-05-21T06:52:56Z</dcterms:modified>
</cp:coreProperties>
</file>